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3FE0D-61E1-94C3-B82C-D717E9724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6B84CA-BB27-B32B-CAA4-C6FBCE5B8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904B1E-58A4-ADB6-3785-BBB1AD3C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187C2-32C5-3211-ECFE-F59ACAE9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EE6F2-3E80-B15F-343C-2E018FD2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71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0C409-D1AB-DCC7-8DDE-D48C5B05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5BABF-1153-A98B-A0D3-76E9676B7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1DD556-E141-7FE0-EC8F-61E31479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192DB-F066-E331-0334-9D557FA6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9E9C7-8DE5-45CA-4302-639B2BD8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69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591B8-79AC-AB73-6DBD-6964766F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5D6EBB-E3CE-8A8E-295D-19EEFCC32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3C82C-94F5-846E-FA49-C16EC7CF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DC68D2-5C1D-B2B9-D192-6D474A32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7A720-3C3D-1201-AD91-9ACCA8E4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1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34DF1-73AF-09F2-6898-12A8CEC0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AD7F1B-0B81-CE79-FF9E-5D3783735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43024F-7F11-C6E7-5042-8750008D0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A5D2D-2702-678E-38B6-D387D053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113843-3F62-F569-F425-53B44422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94FADC-D66B-5CE3-59AF-BC29D7E2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09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E1573-AD79-605C-5C6B-EC902EA3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1936EA-86B0-27D9-2CF1-916F9E077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819C5C-EB65-F1D6-82BF-CA29093FC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E2B519-802B-989D-7C12-2CD0010B7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5B1F4F-A48F-BB46-21F9-168D5E3B6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68D742-17C2-860A-D476-F022C781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EF3534-51CC-C668-54D6-F0FE0B45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4B705A-4835-C473-B22B-B77C48E7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89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C56F5-47BC-2E25-6D97-CB1D59A9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691D36-ABFE-8ADA-06A6-88D24221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414EAA-FB01-6526-D63A-DBFB7F8B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29EB8E-48F1-459A-C895-C0D38A0E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4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31BC03-B0BD-F96D-5732-454704C9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C8AACA-70FD-DA66-CDAD-39C02FD8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4E34B-A2B2-F7FA-E575-BD195767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49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834FE-B2F3-9ED5-42A9-C5ECAA42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78BEDC-D55D-0D54-35A8-F293CCF88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984FC2-6AE9-1608-E5C7-7F46EDE3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2D1AAF-74E3-62C0-A947-ADBE220D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FBCD66-39E4-EE29-D444-ECE9176C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5F9EF-F55D-B78D-7A84-6F9A4E8B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7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2AA77-F4A8-7BB8-28CD-54603A56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B670C2-90C8-CE4F-796D-6DAE61BCB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92C943-5FE1-2EA1-82AE-1E61DEBCF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F84616-C1FE-4B89-81E9-674D81EA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1C693B-E4ED-E20B-4B80-EB3872E8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B4DC8B-5C64-0369-4FA7-9020E80F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3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7F88A-7A40-54C4-EFE9-52B8E95D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91EF80-11FF-31D1-CBAB-DB42E3C3E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B27C5-A06C-A00C-5FB5-7B87FD24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CE365-E670-DA97-AACB-9B11C895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9C57F-244C-824B-A3AF-9C112BA0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4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170D56-3CAE-7876-1C0A-66FC22A10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F1F670-8221-C150-6550-B0F792552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01B4E-713C-ECE1-E41C-AD603E25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BC4A5-0487-15B7-5D6D-26D8A829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0EB60-3088-9C56-738E-46A4407B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9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F3B5A3-3AF6-8F05-F470-03E0004D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C0B4A4-4AA6-798E-2ED9-51E78A99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09545-A87A-B05A-32CF-00AC33CE0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D308A-BD86-49F4-A2BC-0D4100B24647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1ED36B-3A3E-1306-D5D6-E8985645A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F9601-DA05-BEC0-38BA-1F2B35D65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4015E-3803-4C93-946F-9E1F31B89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50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47754D2E-D841-0BA3-4F04-3D19DBF37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73" y="922046"/>
            <a:ext cx="1991003" cy="100979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C8710ED-C697-A35C-E42F-E27DEEF32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196" y="1050652"/>
            <a:ext cx="2162477" cy="752580"/>
          </a:xfrm>
          <a:prstGeom prst="rect">
            <a:avLst/>
          </a:prstGeom>
        </p:spPr>
      </p:pic>
      <p:sp>
        <p:nvSpPr>
          <p:cNvPr id="18" name="箭头: 右 17">
            <a:extLst>
              <a:ext uri="{FF2B5EF4-FFF2-40B4-BE49-F238E27FC236}">
                <a16:creationId xmlns:a16="http://schemas.microsoft.com/office/drawing/2014/main" id="{7F828134-E200-D605-CB4D-03E4FF176A49}"/>
              </a:ext>
            </a:extLst>
          </p:cNvPr>
          <p:cNvSpPr/>
          <p:nvPr/>
        </p:nvSpPr>
        <p:spPr>
          <a:xfrm>
            <a:off x="4180170" y="1202083"/>
            <a:ext cx="914400" cy="369332"/>
          </a:xfrm>
          <a:prstGeom prst="rightArrow">
            <a:avLst/>
          </a:prstGeom>
          <a:solidFill>
            <a:srgbClr val="FF6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099708F-A8B9-1C43-7AAE-32B42178D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45" y="2474329"/>
            <a:ext cx="4956285" cy="3333019"/>
          </a:xfrm>
          <a:prstGeom prst="rect">
            <a:avLst/>
          </a:prstGeom>
        </p:spPr>
      </p:pic>
      <p:sp>
        <p:nvSpPr>
          <p:cNvPr id="29" name="箭头: 右 42">
            <a:extLst>
              <a:ext uri="{FF2B5EF4-FFF2-40B4-BE49-F238E27FC236}">
                <a16:creationId xmlns:a16="http://schemas.microsoft.com/office/drawing/2014/main" id="{4960AB42-7168-3195-EB58-B6125A0F9FCE}"/>
              </a:ext>
            </a:extLst>
          </p:cNvPr>
          <p:cNvSpPr/>
          <p:nvPr/>
        </p:nvSpPr>
        <p:spPr>
          <a:xfrm>
            <a:off x="5303858" y="4004413"/>
            <a:ext cx="960176" cy="768140"/>
          </a:xfrm>
          <a:prstGeom prst="rightArrow">
            <a:avLst/>
          </a:prstGeom>
          <a:solidFill>
            <a:srgbClr val="FF66CC">
              <a:alpha val="30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1A718D4-F313-6515-0A5A-5169DEA2D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254" y="2474329"/>
            <a:ext cx="4942293" cy="333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6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73CA59E-F932-897B-F1C3-D77D92AD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456" y="662539"/>
            <a:ext cx="3276356" cy="39385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6C086C-FA4F-0EEA-7966-5C064DF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12" y="450583"/>
            <a:ext cx="2809875" cy="21812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8499B1-7CB9-D686-8591-2D8ED175B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812" y="2109787"/>
            <a:ext cx="2809874" cy="299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Z</dc:creator>
  <cp:lastModifiedBy>le Z</cp:lastModifiedBy>
  <cp:revision>1</cp:revision>
  <dcterms:created xsi:type="dcterms:W3CDTF">2025-04-26T09:35:43Z</dcterms:created>
  <dcterms:modified xsi:type="dcterms:W3CDTF">2025-04-26T16:57:14Z</dcterms:modified>
</cp:coreProperties>
</file>